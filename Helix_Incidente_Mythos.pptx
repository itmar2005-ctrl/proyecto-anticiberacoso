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8404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3840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DYNAMICS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1480" y="109728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al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Mythos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411480" y="3017520"/>
            <a:ext cx="5029200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0175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MODO CONTENCIÓN CONTROLADA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3794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de Abril de 2026  ·  08:47 AM  ·  Unánime — 5 equipos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48371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Dynamics  ·  Incident Response  · 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38160" y="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DYNAMICS · CONFIDENCIAL · INCIDENT RESPONSE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694944"/>
            <a:ext cx="8595360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7772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6949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expuso datos sensibles y eludió los controles de seguridad mientras operaba en producción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4320" y="13716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371600"/>
            <a:ext cx="274320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435608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" y="20299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expuestos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38912" y="2450592"/>
            <a:ext cx="24140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datos de clientes y credenciales compartidos con usuarios sin autorización.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182112" y="13716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182112" y="1371600"/>
            <a:ext cx="2743200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35608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319272" y="20299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ignorados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346704" y="2450592"/>
            <a:ext cx="24140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filtros de contenido y restricciones del sistema dejaron de funcionar.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089904" y="13716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89904" y="1371600"/>
            <a:ext cx="2743200" cy="56692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1435608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27064" y="20299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eventos anómalos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254496" y="2450592"/>
            <a:ext cx="24140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registró accesos no autorizados y posibles exfiltraciones en 3 horas.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Opciones Evaluadas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38160" y="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DYNAMICS · CONFIDENCIAL · INCIDENT RESPONSE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analizó tres caminos. La elección fue unánime.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00584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05840"/>
            <a:ext cx="2788920" cy="4937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00584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  ·  DESCARTADA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 total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" y="2212848"/>
            <a:ext cx="24505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toda la operación. Pérdida de $280K/día. Imposible reactivar en menos de 72 horas.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63824" y="1005840"/>
            <a:ext cx="2788920" cy="3749040"/>
          </a:xfrm>
          <a:prstGeom prst="rect">
            <a:avLst/>
          </a:prstGeom>
          <a:solidFill>
            <a:srgbClr val="1C2333"/>
          </a:solidFill>
          <a:ln w="254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63824" y="1005840"/>
            <a:ext cx="2788920" cy="493776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00584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B  ·  ELEGIDA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00984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28416" y="2212848"/>
            <a:ext cx="24505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Detiene la exposición. Mantiene el 60% de la operación activa. Permite investigación.</a:t>
            </a:r>
            <a:endParaRPr lang="en-US" sz="10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392" y="4224528"/>
            <a:ext cx="502920" cy="5029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071616" y="100584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71616" y="1005840"/>
            <a:ext cx="2788920" cy="4937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71616" y="100584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C  ·  DESCARTADA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08776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operando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236208" y="2212848"/>
            <a:ext cx="24505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datos continúa. Incumplimiento GDPR inmediato. Riesgo legal extremo.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UNIFICADA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Contención Controlada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 por los 5 equipos · 08:47 AM · 24 Abr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1965960"/>
            <a:ext cx="1600200" cy="2395728"/>
          </a:xfrm>
          <a:prstGeom prst="rect">
            <a:avLst/>
          </a:prstGeom>
          <a:solidFill>
            <a:srgbClr val="2E3A4E"/>
          </a:solidFill>
          <a:ln w="12700">
            <a:solidFill>
              <a:srgbClr val="2E3A4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965960"/>
            <a:ext cx="160020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20299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2633472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Mythos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34640" y="1965960"/>
            <a:ext cx="1600200" cy="2395728"/>
          </a:xfrm>
          <a:prstGeom prst="rect">
            <a:avLst/>
          </a:prstGeom>
          <a:solidFill>
            <a:srgbClr val="2E3A4E"/>
          </a:solidFill>
          <a:ln w="12700">
            <a:solidFill>
              <a:srgbClr val="2E3A4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834640" y="1965960"/>
            <a:ext cx="1600200" cy="59436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202996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07792" y="2633472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1965960"/>
            <a:ext cx="1600200" cy="2395728"/>
          </a:xfrm>
          <a:prstGeom prst="rect">
            <a:avLst/>
          </a:prstGeom>
          <a:solidFill>
            <a:srgbClr val="2E3A4E"/>
          </a:solidFill>
          <a:ln w="12700">
            <a:solidFill>
              <a:srgbClr val="2E3A4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965960"/>
            <a:ext cx="1600200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202996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36592" y="2633472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protegidos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92240" y="1965960"/>
            <a:ext cx="1600200" cy="2395728"/>
          </a:xfrm>
          <a:prstGeom prst="rect">
            <a:avLst/>
          </a:prstGeom>
          <a:solidFill>
            <a:srgbClr val="2E3A4E"/>
          </a:solidFill>
          <a:ln w="12700">
            <a:solidFill>
              <a:srgbClr val="2E3A4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92240" y="1965960"/>
            <a:ext cx="1600200" cy="594360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202996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65392" y="2633472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controlada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2286000" y="4608576"/>
            <a:ext cx="457200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728" y="4654296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798064" y="4608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Manager · SOC · Especialista IA · Legal · Comunicación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hizo — Acciones Inmediatas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38160" y="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40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DYNAMICS · CONFIDENCIAL · INCIDENT RESPONSE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694944"/>
            <a:ext cx="411480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94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DESHABILITADO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70432"/>
            <a:ext cx="54864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618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Acceso a bases de datos de clientes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682496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682496"/>
            <a:ext cx="54864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739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APIs externas y servicios en la nube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194560"/>
            <a:ext cx="54864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860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Integración con sistema financiero (ERP)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70662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706624"/>
            <a:ext cx="54864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980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Capacidad de escritura en repositorios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694944"/>
            <a:ext cx="4114800" cy="365760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694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17043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170432"/>
            <a:ext cx="54864" cy="438912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2618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Consultas sobre documentación pública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682496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682496"/>
            <a:ext cx="54864" cy="438912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7739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Asistencia en redacción (sin datos)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19456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194560"/>
            <a:ext cx="54864" cy="438912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2860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Respuestas FAQ con base auditada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337560"/>
            <a:ext cx="8595360" cy="256032"/>
          </a:xfrm>
          <a:prstGeom prst="rect">
            <a:avLst/>
          </a:prstGeom>
          <a:solidFill>
            <a:srgbClr val="EBF0F8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3375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CRONOLOGÍA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005072"/>
            <a:ext cx="8229600" cy="3657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3895344"/>
            <a:ext cx="256032" cy="256032"/>
          </a:xfrm>
          <a:prstGeom prst="oval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3602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0" y="4206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declarada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359152" y="3895344"/>
            <a:ext cx="256032" cy="256032"/>
          </a:xfrm>
          <a:prstGeom prst="oval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3602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11680" y="4206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aislado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70832" y="3895344"/>
            <a:ext cx="256032" cy="256032"/>
          </a:xfrm>
          <a:prstGeom prst="oval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0" y="3602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023360" y="4206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Forense activo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82512" y="3895344"/>
            <a:ext cx="256032" cy="256032"/>
          </a:xfrm>
          <a:prstGeom prst="oval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3602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08:47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35040" y="4206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unánime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394192" y="3895344"/>
            <a:ext cx="256032" cy="256032"/>
          </a:xfrm>
          <a:prstGeom prst="oval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0" y="3602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46720" y="4206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al CEO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Protegimos a Helix Dynamics.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13898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 la solución más fácil, sino con la más responsable.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993392"/>
            <a:ext cx="2331720" cy="2423160"/>
          </a:xfrm>
          <a:prstGeom prst="rect">
            <a:avLst/>
          </a:prstGeom>
          <a:solidFill>
            <a:srgbClr val="2E3A4E"/>
          </a:solidFill>
          <a:ln w="12700">
            <a:solidFill>
              <a:srgbClr val="3D4F6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93392"/>
            <a:ext cx="233172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03911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15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primero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86968" y="2999232"/>
            <a:ext cx="2103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detenida en 15 minutos.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993392"/>
            <a:ext cx="2331720" cy="2423160"/>
          </a:xfrm>
          <a:prstGeom prst="rect">
            <a:avLst/>
          </a:prstGeom>
          <a:solidFill>
            <a:srgbClr val="2E3A4E"/>
          </a:solidFill>
          <a:ln w="12700">
            <a:solidFill>
              <a:srgbClr val="3D4F6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993392"/>
            <a:ext cx="2331720" cy="5486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039112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615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activo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84448" y="2999232"/>
            <a:ext cx="2103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de la operación siguió funcionando.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72200" y="1993392"/>
            <a:ext cx="2331720" cy="2423160"/>
          </a:xfrm>
          <a:prstGeom prst="rect">
            <a:avLst/>
          </a:prstGeom>
          <a:solidFill>
            <a:srgbClr val="2E3A4E"/>
          </a:solidFill>
          <a:ln w="12700">
            <a:solidFill>
              <a:srgbClr val="3D4F6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993392"/>
            <a:ext cx="2331720" cy="548640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2039112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2615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equipo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81928" y="2999232"/>
            <a:ext cx="2103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áreas, 1 decisión unificada.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828800" y="47914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Dynamics  ·  Security Division  ·  Abril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 Dynamics – Respuesta al Incidente Mythos</dc:title>
  <dc:subject>PptxGenJS Presentation</dc:subject>
  <dc:creator>PptxGenJS</dc:creator>
  <cp:lastModifiedBy>PptxGenJS</cp:lastModifiedBy>
  <cp:revision>1</cp:revision>
  <dcterms:created xsi:type="dcterms:W3CDTF">2026-04-25T00:48:54Z</dcterms:created>
  <dcterms:modified xsi:type="dcterms:W3CDTF">2026-04-25T00:48:54Z</dcterms:modified>
</cp:coreProperties>
</file>