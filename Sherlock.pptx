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1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18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">
            <a:extLst>
              <a:ext uri="{FF2B5EF4-FFF2-40B4-BE49-F238E27FC236}">
                <a16:creationId xmlns:a16="http://schemas.microsoft.com/office/drawing/2014/main" id="{F8B05ED3-ADB0-6E9C-EBBC-6BD4A8848D0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2569403" y="170577"/>
            <a:ext cx="4005193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Universidad </a:t>
            </a: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Tecnológica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Panamá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Facultad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</a:t>
            </a: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Sistemas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Computacionales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 </a:t>
            </a: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Lic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En </a:t>
            </a: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Ciberseguridad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Itmar Castillo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Profesora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s-PA" sz="130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Geiner</a:t>
            </a:r>
            <a:r>
              <a:rPr lang="en-US" altLang="es-PA" sz="130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Miranda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 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s-PA" sz="1300" dirty="0" err="1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Cibeseguridad</a:t>
            </a:r>
            <a:r>
              <a:rPr lang="en-US" altLang="es-PA" sz="1300" dirty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Salón: 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1S3231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Asignación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s-PA" sz="130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Sherlock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Año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s-PA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lectivo</a:t>
            </a: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PA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2026</a:t>
            </a:r>
            <a:endParaRPr kumimoji="0" lang="en-US" altLang="es-PA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44436" y="411480"/>
            <a:ext cx="5022273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Sherlock?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600200"/>
          </a:xfrm>
          <a:prstGeom prst="rect">
            <a:avLst/>
          </a:prstGeom>
          <a:noFill/>
          <a:ln w="19050">
            <a:noFill/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09728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Masiva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más de 300 plataformas simultáneamente con un solo comando desde la terminal.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3931920" cy="1600200"/>
          </a:xfrm>
          <a:prstGeom prst="rect">
            <a:avLst/>
          </a:prstGeom>
          <a:noFill/>
          <a:ln w="19050">
            <a:noFill/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109728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4818888" y="13716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40680" y="13990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18888" y="18745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activo en GitHub (sherlock-project/sherlock). Gratuito, actualizable y auditado.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3931920" cy="1600200"/>
          </a:xfrm>
          <a:prstGeom prst="rect">
            <a:avLst/>
          </a:prstGeom>
          <a:noFill/>
          <a:ln w="19050">
            <a:noFill/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109728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566928" y="32004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2278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OSINT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37033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por investigadores de seguridad, periodistas y pentesters de forma ética.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063240"/>
            <a:ext cx="3931920" cy="1600200"/>
          </a:xfrm>
          <a:prstGeom prst="rect">
            <a:avLst/>
          </a:prstGeom>
          <a:noFill/>
          <a:ln w="19050">
            <a:noFill/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4617720" y="3063240"/>
            <a:ext cx="109728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4818888" y="32004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🐧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40680" y="322783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18888" y="37033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nativamente en distribuciones de seguridad. Comando: sherlock &lt;username&gt;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@nicolemurillo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nicolemurillo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7Cups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9696" y="173985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699696" y="1739854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809424" y="183129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83744" y="183129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AllMyLinks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9696" y="341985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699696" y="3419856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809424" y="3511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83744" y="35112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7822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782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Chess.com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99696" y="230678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699696" y="2306782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809424" y="239822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83744" y="239822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99696" y="398678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699696" y="3986784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809424" y="407822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083744" y="40782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5371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53712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4515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451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Flipboard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99696" y="287371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699696" y="2873710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809424" y="296515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083744" y="296515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99696" y="455371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699696" y="4553712"/>
            <a:ext cx="6400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809424" y="464515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083744" y="46451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269CCD1D-888F-B1D1-2201-007E19BEF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703" y="1810512"/>
            <a:ext cx="3318657" cy="31954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EC4899">
              <a:alpha val="8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76121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@MisaelMiranda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Amigo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MisaelMiranda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Academia.edu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Archive.org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07208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807208" y="1719072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916936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91256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07208" y="341431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807208" y="3414314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916936" y="350575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91256" y="350575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Clapperapp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Codecademy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7822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782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07208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807208" y="2286000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916936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91256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07208" y="398124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807208" y="3981242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916936" y="407268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91256" y="407268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5371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53712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4515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451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HackenProof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807208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807208" y="2852928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916936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91256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Lichess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07208" y="454817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807208" y="4548170"/>
            <a:ext cx="64008" cy="5120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916936" y="463961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91256" y="463961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657E2B8E-A359-92D9-CA93-3F28CF3E4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57" y="1778485"/>
            <a:ext cx="3690923" cy="3214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84027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7982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@6695-5680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Compañero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7764" y="1252728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6695-5680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7Cups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2815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02815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494255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49425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Archive.org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9504" y="1744633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889504" y="1744633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999232" y="1836073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73552" y="1836073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BoardGameGeek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89504" y="3445417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889504" y="3445417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999232" y="3536857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73552" y="3536857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Codolio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69743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69743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61183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61183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HackenProof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9504" y="2311561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889504" y="2311561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999232" y="2403001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73552" y="2403001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Hashnode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89504" y="4012345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889504" y="4012345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999232" y="4103785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73552" y="410378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LibraryThing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36671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36671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28111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28111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889504" y="2878489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889504" y="2878489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999232" y="2969929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73552" y="2969929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89504" y="4579273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889504" y="4579273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999232" y="4670713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73552" y="4670713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YandexMusic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3CC0C85E-207B-5133-9A3D-ED1513D6A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974" y="1849565"/>
            <a:ext cx="3921554" cy="31135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34D399">
              <a:alpha val="8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4786" y="26974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@Mariomurillo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 dirty="0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Tío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Mariomurillo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1337x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Audiojungle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16046" y="173736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716046" y="1737360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825774" y="182880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0094" y="182880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16046" y="343246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716046" y="3432464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825774" y="352390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0094" y="35239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Bookcrossing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CashApp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7822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782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DeviantArt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16046" y="230428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716046" y="2304288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825774" y="239572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00094" y="23957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16046" y="399939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716046" y="3999392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825774" y="409083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00094" y="40908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5371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53712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4515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451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Community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16046" y="287121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716046" y="2871216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825774" y="296265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00094" y="29626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16046" y="456632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716046" y="4566320"/>
            <a:ext cx="6400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825774" y="465776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00094" y="46577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9236F6F0-4316-411E-247B-D361A1FE4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158" y="1766395"/>
            <a:ext cx="3699683" cy="32337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A78BFA">
              <a:alpha val="80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9662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@Zuleyka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Zuleyka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of Our 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Bandcamp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5263" y="173846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695263" y="1738468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804991" y="182990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79311" y="18299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5263" y="343814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695263" y="3438144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804991" y="352958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79311" y="352958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Bookcrossing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CGTrader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7822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782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Codeforces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95263" y="230539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695263" y="2305396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804991" y="239683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79311" y="239683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Codewars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95263" y="4005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695263" y="4005072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804991" y="4096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079311" y="4096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ColourLovers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DeviantArt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5371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53712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4515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451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95263" y="287232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695263" y="2872324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804991" y="296376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079311" y="29637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95263" y="4572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695263" y="4572000"/>
            <a:ext cx="64008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804991" y="4663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079311" y="4663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1337x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444F6513-100A-C169-3BF9-20CBA93D2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264" y="1848568"/>
            <a:ext cx="3759472" cy="3071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F97316">
              <a:alpha val="80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5811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@Karielis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· Tía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Karielis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1337x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2789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27892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1933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193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Airliners.net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71463" y="173071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771463" y="1730710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881191" y="182215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5511" y="182215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1463" y="3428169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771463" y="3428169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881191" y="3519609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55511" y="3519609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DeviantArt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9482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94820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8626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862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71463" y="229763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771463" y="2297638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881191" y="238907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55511" y="238907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71463" y="3995097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771463" y="3995097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881191" y="4086537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55511" y="4086537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HackenProof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6174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61748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5318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531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Hashnode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71463" y="286456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771463" y="2864566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881191" y="295600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55511" y="295600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Hubski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71463" y="4562025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771463" y="4562025"/>
            <a:ext cx="64008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881191" y="4653465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55511" y="465346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HudsonRock</a:t>
            </a:r>
            <a:endParaRPr lang="en-US" sz="1100" dirty="0"/>
          </a:p>
        </p:txBody>
      </p:sp>
      <p:pic>
        <p:nvPicPr>
          <p:cNvPr id="62" name="Imagen 61" descr="Texto&#10;&#10;Descripción generada automáticamente">
            <a:extLst>
              <a:ext uri="{FF2B5EF4-FFF2-40B4-BE49-F238E27FC236}">
                <a16:creationId xmlns:a16="http://schemas.microsoft.com/office/drawing/2014/main" id="{DB058803-545E-7585-B98B-CBB7CAA0F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678" y="1917607"/>
            <a:ext cx="3813569" cy="28760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38BDF8">
              <a:alpha val="80000"/>
            </a:srgbClr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69367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@tffnymbl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tffnymbl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1337x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974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09742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0118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0118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Airliners.net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5318" y="1724129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785318" y="1724129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895046" y="1815569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69366" y="1815569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Archive.org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5318" y="341085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785318" y="3410850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895046" y="350229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69366" y="350229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HackenProof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Hashnode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7667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76670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6811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6811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85318" y="2291057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785318" y="2291057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895046" y="2382497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69366" y="2382497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LessWrong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85318" y="397777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785318" y="3977778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895046" y="406921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69366" y="406921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LibraryThing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4359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43598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3503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3503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85318" y="2857985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785318" y="2857985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895046" y="2949425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69366" y="294942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85318" y="454470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785318" y="4544706"/>
            <a:ext cx="6400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895046" y="463614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69366" y="463614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BEED29AD-7ADF-FE66-6D14-C29524131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580" y="1838801"/>
            <a:ext cx="3694660" cy="31440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91856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FB7185">
              <a:alpha val="80000"/>
            </a:srgbClr>
          </a:solidFill>
          <a:ln w="1905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7988" y="292193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@ZorerZorilla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FB7185">
              <a:alpha val="25000"/>
            </a:srgbClr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 dirty="0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Conocido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ZorerZorilla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1337x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4037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14037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05477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05477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Airliners.net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2990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729900" y="1719072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83962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1394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Envato Forum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29900" y="340572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729900" y="3405724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839628" y="349716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13948" y="34971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HackenProof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80965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80965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72405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7240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Hashnode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2990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729900" y="2286000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83962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1394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29900" y="397265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729900" y="3972652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839628" y="406409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13948" y="40640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47893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47893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39333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39333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2990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729900" y="2852928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83962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1394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29900" y="453958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729900" y="4539580"/>
            <a:ext cx="64008" cy="5120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839628" y="463102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13948" y="463102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1793DB3A-D0AF-A95A-3B60-1CA40921F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040" y="1802653"/>
            <a:ext cx="3484938" cy="31493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solidFill>
            <a:srgbClr val="A3E635">
              <a:alpha val="80000"/>
            </a:srgbClr>
          </a:solidFill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@carlosnastasi 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A3E635">
              <a:alpha val="25000"/>
            </a:srgbClr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· Conocida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carlosnastasi / AmbarMellisa    →    [*] Checking username on 300+ sites...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64536" y="173736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764536" y="1737360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874264" y="182880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48584" y="182880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64536" y="343814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764536" y="3438144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874264" y="352958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48584" y="352958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7822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782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64536" y="230428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764536" y="2304288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874264" y="239572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48584" y="23957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64536" y="4005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764536" y="4005072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874264" y="4096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48584" y="4096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ArtStation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5371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53712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4515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451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Rarible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64536" y="287121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764536" y="2871216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874264" y="296265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48584" y="29626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64536" y="4572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764536" y="4572000"/>
            <a:ext cx="64008" cy="5120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874264" y="4663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48584" y="4663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Weblate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B75C41F8-A4AF-84A2-231E-717651ACA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660" y="1784858"/>
            <a:ext cx="3653825" cy="32809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1078992"/>
          </a:xfrm>
          <a:prstGeom prst="rect">
            <a:avLst/>
          </a:prstGeom>
          <a:solidFill>
            <a:srgbClr val="1E1535"/>
          </a:solidFill>
          <a:ln w="12700">
            <a:solidFill>
              <a:srgbClr val="1E153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320040" y="164592"/>
            <a:ext cx="658368" cy="658368"/>
          </a:xfrm>
          <a:prstGeom prst="ellips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30992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AmbarMellisa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0" y="256032"/>
            <a:ext cx="2011680" cy="475488"/>
          </a:xfrm>
          <a:prstGeom prst="roundRect">
            <a:avLst>
              <a:gd name="adj" fmla="val 38462"/>
            </a:avLst>
          </a:prstGeom>
          <a:solidFill>
            <a:srgbClr val="A3E635">
              <a:alpha val="25000"/>
            </a:srgb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Conocida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0082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sherlock carlosnastasi / AmbarMellisa    →    [*] Checking username on 300+ sites...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475488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5112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71216" y="171907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2871216" y="1719072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2980944" y="181051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55264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71216" y="343468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2871216" y="3434680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2980944" y="352612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55264" y="352612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475488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Text 32"/>
          <p:cNvSpPr/>
          <p:nvPr/>
        </p:nvSpPr>
        <p:spPr>
          <a:xfrm>
            <a:off x="475488" y="407822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0782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71216" y="2286000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Shape 35"/>
          <p:cNvSpPr/>
          <p:nvPr/>
        </p:nvSpPr>
        <p:spPr>
          <a:xfrm>
            <a:off x="2871216" y="2286000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2980944" y="237744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55264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71216" y="400160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1" name="Shape 39"/>
          <p:cNvSpPr/>
          <p:nvPr/>
        </p:nvSpPr>
        <p:spPr>
          <a:xfrm>
            <a:off x="2871216" y="4001608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2980944" y="409304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55264" y="40930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5" name="Shape 43"/>
          <p:cNvSpPr/>
          <p:nvPr/>
        </p:nvSpPr>
        <p:spPr>
          <a:xfrm>
            <a:off x="365760" y="2852928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6" name="Text 44"/>
          <p:cNvSpPr/>
          <p:nvPr/>
        </p:nvSpPr>
        <p:spPr>
          <a:xfrm>
            <a:off x="475488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ArtStation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553712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9" name="Shape 47"/>
          <p:cNvSpPr/>
          <p:nvPr/>
        </p:nvSpPr>
        <p:spPr>
          <a:xfrm>
            <a:off x="365760" y="4553712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0" name="Text 48"/>
          <p:cNvSpPr/>
          <p:nvPr/>
        </p:nvSpPr>
        <p:spPr>
          <a:xfrm>
            <a:off x="475488" y="464515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" y="46451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Rarible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871216" y="2852928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3" name="Shape 51"/>
          <p:cNvSpPr/>
          <p:nvPr/>
        </p:nvSpPr>
        <p:spPr>
          <a:xfrm>
            <a:off x="2871216" y="2852928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4" name="Text 52"/>
          <p:cNvSpPr/>
          <p:nvPr/>
        </p:nvSpPr>
        <p:spPr>
          <a:xfrm>
            <a:off x="2980944" y="294436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55264" y="29443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71216" y="4568536"/>
            <a:ext cx="2011680" cy="512064"/>
          </a:xfrm>
          <a:prstGeom prst="rect">
            <a:avLst/>
          </a:prstGeom>
          <a:solidFill>
            <a:srgbClr val="1A1030"/>
          </a:solidFill>
          <a:ln w="9525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7" name="Shape 55"/>
          <p:cNvSpPr/>
          <p:nvPr/>
        </p:nvSpPr>
        <p:spPr>
          <a:xfrm>
            <a:off x="2871216" y="4568536"/>
            <a:ext cx="64008" cy="512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8" name="Text 56"/>
          <p:cNvSpPr/>
          <p:nvPr/>
        </p:nvSpPr>
        <p:spPr>
          <a:xfrm>
            <a:off x="2980944" y="465997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55264" y="465997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Weblate</a:t>
            </a:r>
            <a:endParaRPr lang="en-US" sz="110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696ECBEE-B81C-065B-828B-C29CBAE9C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136" y="1765925"/>
            <a:ext cx="3505720" cy="329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17320" y="265176"/>
            <a:ext cx="7178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de la Investigación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920240" cy="1371600"/>
          </a:xfrm>
          <a:prstGeom prst="rect">
            <a:avLst/>
          </a:prstGeom>
          <a:solidFill>
            <a:srgbClr val="1E1535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15568"/>
            <a:ext cx="1920240" cy="1371600"/>
          </a:xfrm>
          <a:prstGeom prst="rect">
            <a:avLst/>
          </a:prstGeom>
          <a:solidFill>
            <a:srgbClr val="1E1535"/>
          </a:solidFill>
          <a:ln w="19050">
            <a:solidFill>
              <a:srgbClr val="EC4899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0" name="Shape 8"/>
          <p:cNvSpPr/>
          <p:nvPr/>
        </p:nvSpPr>
        <p:spPr>
          <a:xfrm>
            <a:off x="2468880" y="1115568"/>
            <a:ext cx="192024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246888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68880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115568"/>
            <a:ext cx="1920240" cy="1371600"/>
          </a:xfrm>
          <a:prstGeom prst="rect">
            <a:avLst/>
          </a:prstGeom>
          <a:solidFill>
            <a:srgbClr val="1E1535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4" name="Shape 12"/>
          <p:cNvSpPr/>
          <p:nvPr/>
        </p:nvSpPr>
        <p:spPr>
          <a:xfrm>
            <a:off x="4572000" y="1115568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457200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115568"/>
            <a:ext cx="1920240" cy="1371600"/>
          </a:xfrm>
          <a:prstGeom prst="rect">
            <a:avLst/>
          </a:prstGeom>
          <a:solidFill>
            <a:srgbClr val="1E1535"/>
          </a:solidFill>
          <a:ln w="19050">
            <a:solidFill>
              <a:srgbClr val="34D399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8" name="Shape 16"/>
          <p:cNvSpPr/>
          <p:nvPr/>
        </p:nvSpPr>
        <p:spPr>
          <a:xfrm>
            <a:off x="6675120" y="1115568"/>
            <a:ext cx="192024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667512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675120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8412480" cy="402336"/>
          </a:xfrm>
          <a:prstGeom prst="rect">
            <a:avLst/>
          </a:prstGeom>
          <a:solidFill>
            <a:srgbClr val="1E1535"/>
          </a:solidFill>
          <a:ln w="6350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6400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530352" y="269748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</a:t>
            </a: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objetivos presentes en HackenProof y TryHackMe → interés en ciberseguridad.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127248"/>
            <a:ext cx="8412480" cy="402336"/>
          </a:xfrm>
          <a:prstGeom prst="rect">
            <a:avLst/>
          </a:prstGeom>
          <a:solidFill>
            <a:srgbClr val="1A1030"/>
          </a:solidFill>
          <a:ln w="6350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64008" cy="40233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Text 24"/>
          <p:cNvSpPr/>
          <p:nvPr/>
        </p:nvSpPr>
        <p:spPr>
          <a:xfrm>
            <a:off x="530352" y="317296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Presencia artística recurrente: DeviantArt, Behance, Gumroad, CGTrader, ArtStation.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8412480" cy="402336"/>
          </a:xfrm>
          <a:prstGeom prst="rect">
            <a:avLst/>
          </a:prstGeom>
          <a:solidFill>
            <a:srgbClr val="1E1535"/>
          </a:solidFill>
          <a:ln w="6350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8" name="Shape 26"/>
          <p:cNvSpPr/>
          <p:nvPr/>
        </p:nvSpPr>
        <p:spPr>
          <a:xfrm>
            <a:off x="365760" y="3602736"/>
            <a:ext cx="6400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Text 27"/>
          <p:cNvSpPr/>
          <p:nvPr/>
        </p:nvSpPr>
        <p:spPr>
          <a:xfrm>
            <a:off x="530352" y="3648456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Spotify aparece en casi todos los perfiles investigados.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078224"/>
            <a:ext cx="8412480" cy="402336"/>
          </a:xfrm>
          <a:prstGeom prst="rect">
            <a:avLst/>
          </a:prstGeom>
          <a:solidFill>
            <a:srgbClr val="1A1030"/>
          </a:solidFill>
          <a:ln w="6350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1" name="Shape 29"/>
          <p:cNvSpPr/>
          <p:nvPr/>
        </p:nvSpPr>
        <p:spPr>
          <a:xfrm>
            <a:off x="365760" y="4078224"/>
            <a:ext cx="64008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2" name="Text 30"/>
          <p:cNvSpPr/>
          <p:nvPr/>
        </p:nvSpPr>
        <p:spPr>
          <a:xfrm>
            <a:off x="530352" y="412394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Username '6695-5680' sugiere uso de número de cédula como alias.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553712"/>
            <a:ext cx="8412480" cy="402336"/>
          </a:xfrm>
          <a:prstGeom prst="rect">
            <a:avLst/>
          </a:prstGeom>
          <a:solidFill>
            <a:srgbClr val="1E1535"/>
          </a:solidFill>
          <a:ln w="6350">
            <a:solidFill>
              <a:srgbClr val="3D2D6E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4" name="Shape 32"/>
          <p:cNvSpPr/>
          <p:nvPr/>
        </p:nvSpPr>
        <p:spPr>
          <a:xfrm>
            <a:off x="365760" y="4553712"/>
            <a:ext cx="64008" cy="40233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5" name="Text 33"/>
          <p:cNvSpPr/>
          <p:nvPr/>
        </p:nvSpPr>
        <p:spPr>
          <a:xfrm>
            <a:off x="530352" y="459943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HudsonRock OSINT apareció entre resultados de 'Karielis' — hallazgo notable.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637</Words>
  <Application>Microsoft Office PowerPoint</Application>
  <PresentationFormat>Presentación en pantalla (16:9)</PresentationFormat>
  <Paragraphs>349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 Display</vt:lpstr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Sherlock OSINT Report</dc:title>
  <dc:subject>PptxGenJS Presentation</dc:subject>
  <dc:creator>PptxGenJS</dc:creator>
  <cp:lastModifiedBy>Itmar Castillo</cp:lastModifiedBy>
  <cp:revision>2</cp:revision>
  <dcterms:created xsi:type="dcterms:W3CDTF">2026-04-24T23:01:16Z</dcterms:created>
  <dcterms:modified xsi:type="dcterms:W3CDTF">2026-04-24T23:31:44Z</dcterms:modified>
</cp:coreProperties>
</file>