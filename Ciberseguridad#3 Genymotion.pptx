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HK Modular" panose="020B0604020202020204" charset="0"/>
      <p:regular r:id="rId7"/>
    </p:embeddedFont>
    <p:embeddedFont>
      <p:font typeface="Horizon" panose="020B0604020202020204" charset="0"/>
      <p:regular r:id="rId8"/>
    </p:embeddedFont>
    <p:embeddedFont>
      <p:font typeface="Poppins Light" panose="00000400000000000000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.png"/><Relationship Id="rId7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3" name="Group 3"/>
          <p:cNvGrpSpPr/>
          <p:nvPr/>
        </p:nvGrpSpPr>
        <p:grpSpPr>
          <a:xfrm>
            <a:off x="-144835" y="-547517"/>
            <a:ext cx="9030960" cy="11146926"/>
            <a:chOff x="0" y="0"/>
            <a:chExt cx="2378524" cy="29358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78524" cy="2935816"/>
            </a:xfrm>
            <a:custGeom>
              <a:avLst/>
              <a:gdLst/>
              <a:ahLst/>
              <a:cxnLst/>
              <a:rect l="l" t="t" r="r" b="b"/>
              <a:pathLst>
                <a:path w="2378524" h="2935816">
                  <a:moveTo>
                    <a:pt x="0" y="0"/>
                  </a:moveTo>
                  <a:lnTo>
                    <a:pt x="2378524" y="0"/>
                  </a:lnTo>
                  <a:lnTo>
                    <a:pt x="2378524" y="2935816"/>
                  </a:lnTo>
                  <a:lnTo>
                    <a:pt x="0" y="2935816"/>
                  </a:lnTo>
                  <a:close/>
                </a:path>
              </a:pathLst>
            </a:custGeom>
            <a:gradFill rotWithShape="1">
              <a:gsLst>
                <a:gs pos="0">
                  <a:srgbClr val="071121">
                    <a:alpha val="100000"/>
                  </a:srgbClr>
                </a:gs>
                <a:gs pos="50000">
                  <a:srgbClr val="060F1F">
                    <a:alpha val="78500"/>
                  </a:srgbClr>
                </a:gs>
                <a:gs pos="100000">
                  <a:srgbClr val="060F1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P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378524" cy="2935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978445" y="2698354"/>
            <a:ext cx="476426" cy="476426"/>
          </a:xfrm>
          <a:custGeom>
            <a:avLst/>
            <a:gdLst/>
            <a:ahLst/>
            <a:cxnLst/>
            <a:rect l="l" t="t" r="r" b="b"/>
            <a:pathLst>
              <a:path w="476426" h="476426">
                <a:moveTo>
                  <a:pt x="0" y="0"/>
                </a:moveTo>
                <a:lnTo>
                  <a:pt x="476427" y="0"/>
                </a:lnTo>
                <a:lnTo>
                  <a:pt x="476427" y="476426"/>
                </a:lnTo>
                <a:lnTo>
                  <a:pt x="0" y="476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10" name="Group 10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20" name="Freeform 20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21" name="TextBox 21"/>
          <p:cNvSpPr txBox="1"/>
          <p:nvPr/>
        </p:nvSpPr>
        <p:spPr>
          <a:xfrm>
            <a:off x="7216658" y="8322223"/>
            <a:ext cx="3160058" cy="9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Joan Mape  Itmar Castillo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708" y="3326717"/>
            <a:ext cx="17237988" cy="3116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7"/>
              </a:lnSpc>
              <a:spcBef>
                <a:spcPct val="0"/>
              </a:spcBef>
            </a:pPr>
            <a:r>
              <a:rPr lang="en-US" sz="7534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Emulador</a:t>
            </a:r>
            <a:r>
              <a:rPr lang="en-US" sz="7534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 de </a:t>
            </a:r>
            <a:r>
              <a:rPr lang="en-US" sz="7534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dispositivos</a:t>
            </a:r>
            <a:r>
              <a:rPr lang="en-US" sz="7534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 </a:t>
            </a:r>
            <a:r>
              <a:rPr lang="en-US" sz="7534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en</a:t>
            </a:r>
            <a:r>
              <a:rPr lang="en-US" sz="7534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 </a:t>
            </a:r>
            <a:r>
              <a:rPr lang="en-US" sz="7534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Genymotion</a:t>
            </a:r>
            <a:r>
              <a:rPr lang="en-US" sz="7534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4" name="Freeform 14"/>
          <p:cNvSpPr/>
          <p:nvPr/>
        </p:nvSpPr>
        <p:spPr>
          <a:xfrm>
            <a:off x="15152804" y="1909465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1"/>
                </a:lnTo>
                <a:lnTo>
                  <a:pt x="0" y="2033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5" name="Freeform 15"/>
          <p:cNvSpPr/>
          <p:nvPr/>
        </p:nvSpPr>
        <p:spPr>
          <a:xfrm>
            <a:off x="9144000" y="6838882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1"/>
                </a:lnTo>
                <a:lnTo>
                  <a:pt x="0" y="2033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6" name="Freeform 16"/>
          <p:cNvSpPr/>
          <p:nvPr/>
        </p:nvSpPr>
        <p:spPr>
          <a:xfrm>
            <a:off x="12043154" y="772368"/>
            <a:ext cx="5505727" cy="6135512"/>
          </a:xfrm>
          <a:custGeom>
            <a:avLst/>
            <a:gdLst/>
            <a:ahLst/>
            <a:cxnLst/>
            <a:rect l="l" t="t" r="r" b="b"/>
            <a:pathLst>
              <a:path w="6298385" h="6135512">
                <a:moveTo>
                  <a:pt x="0" y="0"/>
                </a:moveTo>
                <a:lnTo>
                  <a:pt x="6298385" y="0"/>
                </a:lnTo>
                <a:lnTo>
                  <a:pt x="6298385" y="6135512"/>
                </a:lnTo>
                <a:lnTo>
                  <a:pt x="0" y="6135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326" r="-54936" b="-3609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7" name="Freeform 17"/>
          <p:cNvSpPr/>
          <p:nvPr/>
        </p:nvSpPr>
        <p:spPr>
          <a:xfrm>
            <a:off x="1233289" y="6510316"/>
            <a:ext cx="9782215" cy="3347998"/>
          </a:xfrm>
          <a:custGeom>
            <a:avLst/>
            <a:gdLst/>
            <a:ahLst/>
            <a:cxnLst/>
            <a:rect l="l" t="t" r="r" b="b"/>
            <a:pathLst>
              <a:path w="9782215" h="3347998">
                <a:moveTo>
                  <a:pt x="0" y="0"/>
                </a:moveTo>
                <a:lnTo>
                  <a:pt x="9782215" y="0"/>
                </a:lnTo>
                <a:lnTo>
                  <a:pt x="9782215" y="3347998"/>
                </a:lnTo>
                <a:lnTo>
                  <a:pt x="0" y="3347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15528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8" name="TextBox 18"/>
          <p:cNvSpPr txBox="1"/>
          <p:nvPr/>
        </p:nvSpPr>
        <p:spPr>
          <a:xfrm>
            <a:off x="1655971" y="1454913"/>
            <a:ext cx="6492440" cy="26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spc="604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Android 1 Samsung s10</a:t>
            </a:r>
          </a:p>
          <a:p>
            <a:pPr algn="l">
              <a:lnSpc>
                <a:spcPts val="5184"/>
              </a:lnSpc>
            </a:pPr>
            <a:endParaRPr lang="en-US" sz="4800" spc="604" dirty="0">
              <a:solidFill>
                <a:srgbClr val="FFFFFF"/>
              </a:solidFill>
              <a:latin typeface="HK Modular"/>
              <a:ea typeface="HK Modular"/>
              <a:cs typeface="HK Modular"/>
              <a:sym typeface="HK Modular"/>
            </a:endParaRPr>
          </a:p>
          <a:p>
            <a:pPr algn="l">
              <a:lnSpc>
                <a:spcPts val="5184"/>
              </a:lnSpc>
            </a:pPr>
            <a:endParaRPr lang="en-US" sz="4800" spc="604" dirty="0">
              <a:solidFill>
                <a:srgbClr val="FFFFFF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48793" y="7887518"/>
            <a:ext cx="5117341" cy="673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Instagram</a:t>
            </a:r>
          </a:p>
        </p:txBody>
      </p:sp>
      <p:pic>
        <p:nvPicPr>
          <p:cNvPr id="21" name="Imagen 20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39B2C2F-09A8-919C-FBE3-632C400454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8775" y="3009376"/>
            <a:ext cx="5612130" cy="31553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862708" y="4077512"/>
            <a:ext cx="10016402" cy="5890781"/>
          </a:xfrm>
          <a:custGeom>
            <a:avLst/>
            <a:gdLst/>
            <a:ahLst/>
            <a:cxnLst/>
            <a:rect l="l" t="t" r="r" b="b"/>
            <a:pathLst>
              <a:path w="10016402" h="5890781">
                <a:moveTo>
                  <a:pt x="0" y="0"/>
                </a:moveTo>
                <a:lnTo>
                  <a:pt x="10016402" y="0"/>
                </a:lnTo>
                <a:lnTo>
                  <a:pt x="10016402" y="5890781"/>
                </a:lnTo>
                <a:lnTo>
                  <a:pt x="0" y="5890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827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4" name="Freeform 14"/>
          <p:cNvSpPr/>
          <p:nvPr/>
        </p:nvSpPr>
        <p:spPr>
          <a:xfrm>
            <a:off x="11515302" y="998764"/>
            <a:ext cx="6180165" cy="7170800"/>
          </a:xfrm>
          <a:custGeom>
            <a:avLst/>
            <a:gdLst/>
            <a:ahLst/>
            <a:cxnLst/>
            <a:rect l="l" t="t" r="r" b="b"/>
            <a:pathLst>
              <a:path w="6180165" h="7170800">
                <a:moveTo>
                  <a:pt x="0" y="0"/>
                </a:moveTo>
                <a:lnTo>
                  <a:pt x="6180165" y="0"/>
                </a:lnTo>
                <a:lnTo>
                  <a:pt x="6180165" y="7170800"/>
                </a:lnTo>
                <a:lnTo>
                  <a:pt x="0" y="7170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969" r="-6016" b="-5969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5" name="TextBox 15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1452036" y="1761110"/>
            <a:ext cx="12767313" cy="198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4800" spc="6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Google phone </a:t>
            </a:r>
          </a:p>
          <a:p>
            <a:pPr algn="ctr">
              <a:lnSpc>
                <a:spcPts val="5184"/>
              </a:lnSpc>
            </a:pPr>
            <a:endParaRPr lang="en-US" sz="4800" spc="604">
              <a:solidFill>
                <a:srgbClr val="FFFFFF"/>
              </a:solidFill>
              <a:latin typeface="HK Modular"/>
              <a:ea typeface="HK Modular"/>
              <a:cs typeface="HK Modular"/>
              <a:sym typeface="HK Modular"/>
            </a:endParaRPr>
          </a:p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800" spc="6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Google Nexus 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67176" y="8527913"/>
            <a:ext cx="5625977" cy="73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WhatsApp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14" name="Group 14"/>
          <p:cNvGrpSpPr/>
          <p:nvPr/>
        </p:nvGrpSpPr>
        <p:grpSpPr>
          <a:xfrm>
            <a:off x="5672852" y="4141698"/>
            <a:ext cx="20465418" cy="1637823"/>
            <a:chOff x="0" y="0"/>
            <a:chExt cx="5390069" cy="4313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90069" cy="431361"/>
            </a:xfrm>
            <a:custGeom>
              <a:avLst/>
              <a:gdLst/>
              <a:ahLst/>
              <a:cxnLst/>
              <a:rect l="l" t="t" r="r" b="b"/>
              <a:pathLst>
                <a:path w="5390069" h="431361">
                  <a:moveTo>
                    <a:pt x="0" y="0"/>
                  </a:moveTo>
                  <a:lnTo>
                    <a:pt x="5390069" y="0"/>
                  </a:lnTo>
                  <a:lnTo>
                    <a:pt x="5390069" y="431361"/>
                  </a:lnTo>
                  <a:lnTo>
                    <a:pt x="0" y="431361"/>
                  </a:lnTo>
                  <a:close/>
                </a:path>
              </a:pathLst>
            </a:custGeom>
            <a:gradFill rotWithShape="1">
              <a:gsLst>
                <a:gs pos="0">
                  <a:srgbClr val="060F1F">
                    <a:alpha val="0"/>
                  </a:srgbClr>
                </a:gs>
                <a:gs pos="33333">
                  <a:srgbClr val="071121">
                    <a:alpha val="100000"/>
                  </a:srgbClr>
                </a:gs>
                <a:gs pos="66667">
                  <a:srgbClr val="4F5661">
                    <a:alpha val="78500"/>
                  </a:srgbClr>
                </a:gs>
                <a:gs pos="100000">
                  <a:srgbClr val="060F1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P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90069" cy="43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0" y="746082"/>
            <a:ext cx="11400929" cy="5890781"/>
          </a:xfrm>
          <a:custGeom>
            <a:avLst/>
            <a:gdLst/>
            <a:ahLst/>
            <a:cxnLst/>
            <a:rect l="l" t="t" r="r" b="b"/>
            <a:pathLst>
              <a:path w="11400929" h="5890781">
                <a:moveTo>
                  <a:pt x="0" y="0"/>
                </a:moveTo>
                <a:lnTo>
                  <a:pt x="11400929" y="0"/>
                </a:lnTo>
                <a:lnTo>
                  <a:pt x="11400929" y="5890781"/>
                </a:lnTo>
                <a:lnTo>
                  <a:pt x="0" y="5890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40" b="-440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8" name="Freeform 18"/>
          <p:cNvSpPr/>
          <p:nvPr/>
        </p:nvSpPr>
        <p:spPr>
          <a:xfrm>
            <a:off x="12112126" y="2115335"/>
            <a:ext cx="5838380" cy="7816300"/>
          </a:xfrm>
          <a:custGeom>
            <a:avLst/>
            <a:gdLst/>
            <a:ahLst/>
            <a:cxnLst/>
            <a:rect l="l" t="t" r="r" b="b"/>
            <a:pathLst>
              <a:path w="5838380" h="7816300">
                <a:moveTo>
                  <a:pt x="0" y="0"/>
                </a:moveTo>
                <a:lnTo>
                  <a:pt x="5838380" y="0"/>
                </a:lnTo>
                <a:lnTo>
                  <a:pt x="5838380" y="7816300"/>
                </a:lnTo>
                <a:lnTo>
                  <a:pt x="0" y="7816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0657" r="-6472" b="-48401"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9" name="TextBox 19"/>
          <p:cNvSpPr txBox="1"/>
          <p:nvPr/>
        </p:nvSpPr>
        <p:spPr>
          <a:xfrm>
            <a:off x="2201950" y="7083321"/>
            <a:ext cx="6997029" cy="198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spc="6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Huawei </a:t>
            </a:r>
          </a:p>
          <a:p>
            <a:pPr algn="l">
              <a:lnSpc>
                <a:spcPts val="5184"/>
              </a:lnSpc>
            </a:pPr>
            <a:endParaRPr lang="en-US" sz="4800" spc="604">
              <a:solidFill>
                <a:srgbClr val="FFFFFF"/>
              </a:solidFill>
              <a:latin typeface="HK Modular"/>
              <a:ea typeface="HK Modular"/>
              <a:cs typeface="HK Modular"/>
              <a:sym typeface="HK Modular"/>
            </a:endParaRPr>
          </a:p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sz="4800" spc="6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Huawei p30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12126" y="795954"/>
            <a:ext cx="5252151" cy="73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facebook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s-PA"/>
          </a:p>
        </p:txBody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P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4" name="Freeform 14"/>
          <p:cNvSpPr/>
          <p:nvPr/>
        </p:nvSpPr>
        <p:spPr>
          <a:xfrm>
            <a:off x="-412207" y="3402318"/>
            <a:ext cx="3487675" cy="1223269"/>
          </a:xfrm>
          <a:custGeom>
            <a:avLst/>
            <a:gdLst/>
            <a:ahLst/>
            <a:cxnLst/>
            <a:rect l="l" t="t" r="r" b="b"/>
            <a:pathLst>
              <a:path w="3487675" h="1223269">
                <a:moveTo>
                  <a:pt x="0" y="0"/>
                </a:moveTo>
                <a:lnTo>
                  <a:pt x="3487676" y="0"/>
                </a:lnTo>
                <a:lnTo>
                  <a:pt x="3487676" y="1223269"/>
                </a:lnTo>
                <a:lnTo>
                  <a:pt x="0" y="12232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5" name="Freeform 15"/>
          <p:cNvSpPr/>
          <p:nvPr/>
        </p:nvSpPr>
        <p:spPr>
          <a:xfrm>
            <a:off x="2416775" y="3402318"/>
            <a:ext cx="11301259" cy="5876655"/>
          </a:xfrm>
          <a:custGeom>
            <a:avLst/>
            <a:gdLst/>
            <a:ahLst/>
            <a:cxnLst/>
            <a:rect l="l" t="t" r="r" b="b"/>
            <a:pathLst>
              <a:path w="11301259" h="5876655">
                <a:moveTo>
                  <a:pt x="0" y="0"/>
                </a:moveTo>
                <a:lnTo>
                  <a:pt x="11301259" y="0"/>
                </a:lnTo>
                <a:lnTo>
                  <a:pt x="11301259" y="5876655"/>
                </a:lnTo>
                <a:lnTo>
                  <a:pt x="0" y="58766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PA"/>
          </a:p>
        </p:txBody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00386" y="1105786"/>
            <a:ext cx="9554324" cy="198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4"/>
              </a:lnSpc>
              <a:spcBef>
                <a:spcPct val="0"/>
              </a:spcBef>
            </a:pPr>
            <a:r>
              <a:rPr lang="en-US" sz="4800" spc="6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Verificación de los dispositivos instalados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</Words>
  <Application>Microsoft Office PowerPoint</Application>
  <PresentationFormat>Personalizado</PresentationFormat>
  <Paragraphs>18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Calibri</vt:lpstr>
      <vt:lpstr>Arial</vt:lpstr>
      <vt:lpstr>Poppins Light</vt:lpstr>
      <vt:lpstr>Horizon</vt:lpstr>
      <vt:lpstr>HK Modular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Navy Futuristic Modern Cybersecurity Presentation</dc:title>
  <dc:creator>Usuario</dc:creator>
  <cp:lastModifiedBy>Itmar Castillo</cp:lastModifiedBy>
  <cp:revision>2</cp:revision>
  <dcterms:created xsi:type="dcterms:W3CDTF">2006-08-16T00:00:00Z</dcterms:created>
  <dcterms:modified xsi:type="dcterms:W3CDTF">2026-04-14T00:53:15Z</dcterms:modified>
  <dc:identifier>DAHGyH6cquc</dc:identifier>
</cp:coreProperties>
</file>